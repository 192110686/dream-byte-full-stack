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590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Java full stack development</a:t>
            </a:r>
            <a:br>
              <a:rPr lang="en-US" dirty="0"/>
            </a:br>
            <a:br>
              <a:rPr lang="en-US" dirty="0"/>
            </a:b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Module 1 : internet basics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50337"/>
            <a:ext cx="6583680" cy="1531357"/>
          </a:xfrm>
        </p:spPr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825328"/>
            <a:ext cx="6583680" cy="32073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Before coding → understand how things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Websites are not magic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Everything follows a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IN" dirty="0"/>
              <a:t>WHAT IS INTERNET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US" sz="2400" b="0" cap="none" dirty="0">
                <a:latin typeface="+mn-lt"/>
              </a:rPr>
              <a:t>Internet = Network Of Computers</a:t>
            </a:r>
            <a:br>
              <a:rPr lang="en-US" sz="2400" b="0" cap="none" dirty="0">
                <a:latin typeface="+mn-lt"/>
              </a:rPr>
            </a:br>
            <a:r>
              <a:rPr lang="en-US" sz="2400" b="0" cap="none" dirty="0">
                <a:latin typeface="+mn-lt"/>
              </a:rPr>
              <a:t>Millions Of Devices Connected </a:t>
            </a:r>
            <a:br>
              <a:rPr lang="en-US" sz="2400" b="0" cap="none" dirty="0">
                <a:latin typeface="+mn-lt"/>
              </a:rPr>
            </a:br>
            <a:r>
              <a:rPr lang="en-US" sz="2400" b="0" cap="none" dirty="0">
                <a:latin typeface="+mn-lt"/>
              </a:rPr>
              <a:t>Data Travels Between Them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0711716-F340-B034-EDB1-FBE70B666C2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5564" r="5564"/>
          <a:stretch>
            <a:fillRect/>
          </a:stretch>
        </p:blipFill>
        <p:spPr>
          <a:xfrm>
            <a:off x="541175" y="3262768"/>
            <a:ext cx="4823927" cy="297941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67DB7D8-E736-BF44-ABD2-D57BF3129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57" y="118351"/>
            <a:ext cx="5128845" cy="297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6" y="320156"/>
            <a:ext cx="5259554" cy="2495028"/>
          </a:xfrm>
        </p:spPr>
        <p:txBody>
          <a:bodyPr/>
          <a:lstStyle/>
          <a:p>
            <a:r>
              <a:rPr lang="en-IN" sz="3200" dirty="0"/>
              <a:t>REAL LIFE EXAMPLE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46" y="3230252"/>
            <a:ext cx="5259554" cy="2233233"/>
          </a:xfrm>
        </p:spPr>
        <p:txBody>
          <a:bodyPr/>
          <a:lstStyle/>
          <a:p>
            <a:r>
              <a:rPr lang="en-US" dirty="0"/>
              <a:t>Internet = Delivery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request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travels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receive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A2FBE1-2154-B229-78E0-CD5AF7328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3538"/>
            <a:ext cx="5259554" cy="394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WHAT IS A WEBSITE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Website = Collection of files</a:t>
            </a:r>
          </a:p>
          <a:p>
            <a:r>
              <a:rPr lang="en-US" dirty="0"/>
              <a:t>HTML </a:t>
            </a:r>
          </a:p>
          <a:p>
            <a:r>
              <a:rPr lang="en-US" dirty="0"/>
              <a:t>CSS </a:t>
            </a:r>
          </a:p>
          <a:p>
            <a:r>
              <a:rPr lang="en-US" dirty="0"/>
              <a:t>JavaScript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556C7-D41D-852E-402B-E9A7E7D20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77" y="2547651"/>
            <a:ext cx="5581965" cy="401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50" y="222009"/>
            <a:ext cx="7043617" cy="941867"/>
          </a:xfrm>
        </p:spPr>
        <p:txBody>
          <a:bodyPr/>
          <a:lstStyle/>
          <a:p>
            <a:r>
              <a:rPr lang="en-IN" dirty="0"/>
              <a:t>WHAT IS SERVER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719350" y="2116921"/>
            <a:ext cx="3232952" cy="3621169"/>
          </a:xfrm>
        </p:spPr>
        <p:txBody>
          <a:bodyPr/>
          <a:lstStyle/>
          <a:p>
            <a:r>
              <a:rPr lang="en-US" b="1" dirty="0"/>
              <a:t>Server</a:t>
            </a:r>
            <a:r>
              <a:rPr lang="en-US" dirty="0"/>
              <a:t> = Computer storing websites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Stores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Sends data when requested</a:t>
            </a:r>
          </a:p>
        </p:txBody>
      </p:sp>
      <p:pic>
        <p:nvPicPr>
          <p:cNvPr id="3074" name="Picture 2" descr="System Interaction Icon With Internet Clients And Server | Presentation  Graphics | PowerPoint PPT Presentation Example | Slide Templates">
            <a:extLst>
              <a:ext uri="{FF2B5EF4-FFF2-40B4-BE49-F238E27FC236}">
                <a16:creationId xmlns:a16="http://schemas.microsoft.com/office/drawing/2014/main" id="{24B39AD4-E541-22AA-E035-7EA2CEFA8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302" y="2116921"/>
            <a:ext cx="5078333" cy="380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RESTAURANT 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IN" dirty="0"/>
              <a:t>👤User → Customer</a:t>
            </a:r>
          </a:p>
          <a:p>
            <a:br>
              <a:rPr lang="en-IN" dirty="0"/>
            </a:br>
            <a:r>
              <a:rPr lang="en-IN" dirty="0"/>
              <a:t>🧑‍💼Browser → Waiter</a:t>
            </a:r>
          </a:p>
          <a:p>
            <a:br>
              <a:rPr lang="en-IN" dirty="0"/>
            </a:br>
            <a:r>
              <a:rPr lang="en-IN" dirty="0"/>
              <a:t>🧑‍🍳 Server → Kitchen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545B2-D2B4-ECAC-D813-42FC2D38C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824" y="2182091"/>
            <a:ext cx="6051176" cy="467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73149"/>
            <a:ext cx="7631709" cy="1091627"/>
          </a:xfrm>
        </p:spPr>
        <p:txBody>
          <a:bodyPr/>
          <a:lstStyle/>
          <a:p>
            <a:r>
              <a:rPr lang="en-IN" dirty="0"/>
              <a:t>COMPLETE INTERNET FLOW 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458464" y="2461191"/>
            <a:ext cx="5522489" cy="523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User  →  Browser  →  DNS  →  Server  →  Response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AutoShape 2" descr="Steps of DNS query request-response system. | Download Scientific Diagram">
            <a:extLst>
              <a:ext uri="{FF2B5EF4-FFF2-40B4-BE49-F238E27FC236}">
                <a16:creationId xmlns:a16="http://schemas.microsoft.com/office/drawing/2014/main" id="{F289011D-2297-9D40-3588-C827EF324F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0DDB283-30BA-DC5B-8324-0429BF17A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768" y="1796492"/>
            <a:ext cx="4021060" cy="19443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F487BE-718D-1A22-A66C-D7728C55B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625" y="3801035"/>
            <a:ext cx="10325666" cy="30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02" y="186552"/>
            <a:ext cx="7843837" cy="1012782"/>
          </a:xfrm>
        </p:spPr>
        <p:txBody>
          <a:bodyPr/>
          <a:lstStyle/>
          <a:p>
            <a:r>
              <a:rPr lang="en-IN" dirty="0"/>
              <a:t>WHAT IS DNS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8019" y="1541525"/>
            <a:ext cx="6903076" cy="1361668"/>
          </a:xfrm>
        </p:spPr>
        <p:txBody>
          <a:bodyPr/>
          <a:lstStyle/>
          <a:p>
            <a:r>
              <a:rPr lang="en-US" dirty="0"/>
              <a:t>DNS = Internet Phonebook</a:t>
            </a:r>
          </a:p>
          <a:p>
            <a:endParaRPr lang="en-US" dirty="0"/>
          </a:p>
          <a:p>
            <a:r>
              <a:rPr lang="en-US" dirty="0"/>
              <a:t>Converts name → IP address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435E5444-12B7-674F-139B-0FC92FAD3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DB8E69-9221-B4C7-C87E-9AC21AF6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78" y="-62465"/>
            <a:ext cx="4811006" cy="2994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999245-7FCC-79BB-3FB1-F881A5E62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2" y="2931679"/>
            <a:ext cx="12003741" cy="392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IN" dirty="0"/>
              <a:t>WHAT IS HOSTING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= Storing website on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Available 24/7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Accessible from anywhere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FC72A-1D86-1C29-ADB7-8490CB9B6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169" y="1945341"/>
            <a:ext cx="5342666" cy="3135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14F8DF-7C0A-32CC-70DF-8B6E720CF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08933"/>
            <a:ext cx="6100370" cy="30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726141"/>
            <a:ext cx="9875463" cy="1330879"/>
          </a:xfrm>
        </p:spPr>
        <p:txBody>
          <a:bodyPr/>
          <a:lstStyle/>
          <a:p>
            <a:r>
              <a:rPr lang="en-US" dirty="0"/>
              <a:t>WHAT HAPPENS WHEN YOU TYPE GOOGLE.COM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5" y="2303028"/>
            <a:ext cx="2537342" cy="396159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Enter URL</a:t>
            </a:r>
          </a:p>
          <a:p>
            <a:pPr>
              <a:buFont typeface="+mj-lt"/>
              <a:buAutoNum type="arabicPeriod"/>
            </a:pPr>
            <a:r>
              <a:rPr lang="en-IN" dirty="0"/>
              <a:t>DNS finds IP</a:t>
            </a:r>
          </a:p>
          <a:p>
            <a:pPr>
              <a:buFont typeface="+mj-lt"/>
              <a:buAutoNum type="arabicPeriod"/>
            </a:pPr>
            <a:r>
              <a:rPr lang="en-IN" dirty="0"/>
              <a:t>Request goes</a:t>
            </a:r>
          </a:p>
          <a:p>
            <a:pPr>
              <a:buFont typeface="+mj-lt"/>
              <a:buAutoNum type="arabicPeriod"/>
            </a:pPr>
            <a:r>
              <a:rPr lang="en-IN" dirty="0"/>
              <a:t>Server responds</a:t>
            </a:r>
          </a:p>
          <a:p>
            <a:pPr>
              <a:buFont typeface="+mj-lt"/>
              <a:buAutoNum type="arabicPeriod"/>
            </a:pPr>
            <a:r>
              <a:rPr lang="en-IN" dirty="0"/>
              <a:t>Page loads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E45AE4-9FF8-8BD1-FF64-75EF7575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2788" y="1739152"/>
            <a:ext cx="3902757" cy="41327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78921B-FEC0-6CBF-7602-D52DABAFD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833" y="4283824"/>
            <a:ext cx="4360380" cy="264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IN" dirty="0"/>
              <a:t>REAL DEMO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FDC02-6FDE-CCBF-56FE-0F15DB2CC8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Open browser → Inspect → Network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IN" dirty="0"/>
              <a:t>END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Today you understood how websites work</a:t>
            </a:r>
            <a:br>
              <a:rPr lang="en-US" dirty="0"/>
            </a:br>
            <a:r>
              <a:rPr lang="en-US" dirty="0"/>
              <a:t>Soon you will build them.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{0DEF2D4C-9820-41EB-B535-DD88F5AF3D01}TF8a9b5915-b8c7-461e-8cdd-693d48b5e32371f7b7e2_win32-4bf0b9a2ea37</Template>
  <TotalTime>72</TotalTime>
  <Words>195</Words>
  <Application>Microsoft Office PowerPoint</Application>
  <PresentationFormat>Widescreen</PresentationFormat>
  <Paragraphs>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Java full stack development  Module 1 : internet basics</vt:lpstr>
      <vt:lpstr>Why This matters</vt:lpstr>
      <vt:lpstr>WHAT IS INTERNET   Internet = Network Of Computers Millions Of Devices Connected  Data Travels Between Them </vt:lpstr>
      <vt:lpstr>REAL LIFE EXAMPLE</vt:lpstr>
      <vt:lpstr>WHAT IS A WEBSITE</vt:lpstr>
      <vt:lpstr>WHAT IS SERVER</vt:lpstr>
      <vt:lpstr>RESTAURANT EXAMPLE</vt:lpstr>
      <vt:lpstr>COMPLETE INTERNET FLOW </vt:lpstr>
      <vt:lpstr>WHAT IS DNS</vt:lpstr>
      <vt:lpstr>WHAT IS HOSTING</vt:lpstr>
      <vt:lpstr>WHAT HAPPENS WHEN YOU TYPE GOOGLE.COM</vt:lpstr>
      <vt:lpstr>REAL DEMO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RESHMASRI</dc:creator>
  <cp:lastModifiedBy>K RESHMASRI</cp:lastModifiedBy>
  <cp:revision>3</cp:revision>
  <dcterms:created xsi:type="dcterms:W3CDTF">2026-03-30T16:45:31Z</dcterms:created>
  <dcterms:modified xsi:type="dcterms:W3CDTF">2026-03-30T17:58:10Z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